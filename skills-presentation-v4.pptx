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4572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E8E8E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</a:t>
            </a:r>
            <a:endParaRPr lang="en-US" sz="14000" dirty="0"/>
          </a:p>
        </p:txBody>
      </p:sp>
      <p:sp>
        <p:nvSpPr>
          <p:cNvPr id="4" name="Shape 2"/>
          <p:cNvSpPr/>
          <p:nvPr/>
        </p:nvSpPr>
        <p:spPr>
          <a:xfrm>
            <a:off x="685800" y="384048"/>
            <a:ext cx="82753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SKILLS  ·  AI WORKFLOW  ·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49808" y="59436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讓 AI 自己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749808" y="16459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學會你的專案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749808" y="2834640"/>
            <a:ext cx="457200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99923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用 Skills 驅動 AI 開發工作流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0" y="47320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17 slides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你有沒有遇過這些問題？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98448"/>
            <a:ext cx="8046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98448"/>
            <a:ext cx="36576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29844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15568" y="1453896"/>
            <a:ext cx="10973" cy="32004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1298448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同樣的錯誤，AI 一直重複犯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066544"/>
            <a:ext cx="8046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066544"/>
            <a:ext cx="36576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066544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15568" y="2221992"/>
            <a:ext cx="10973" cy="32004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2066544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每次新對話都要重新解釋專案背景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8046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834640"/>
            <a:ext cx="36576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83464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15568" y="2990088"/>
            <a:ext cx="10973" cy="32004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3584" y="2834640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輸出品質不穩定，看心情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0" y="48508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 — 17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0" y="2743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1E1E1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5555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沒有記憶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560320" cy="16459"/>
          </a:xfrm>
          <a:prstGeom prst="rect">
            <a:avLst/>
          </a:prstGeom>
          <a:solidFill>
            <a:srgbClr val="3A5A9B"/>
          </a:solidFill>
          <a:ln w="12700">
            <a:solidFill>
              <a:srgbClr val="3A5A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55648"/>
            <a:ext cx="8046720" cy="62179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55648"/>
            <a:ext cx="36576" cy="621792"/>
          </a:xfrm>
          <a:prstGeom prst="rect">
            <a:avLst/>
          </a:prstGeom>
          <a:solidFill>
            <a:srgbClr val="4A7ACC"/>
          </a:solidFill>
          <a:ln w="12700">
            <a:solidFill>
              <a:srgbClr val="4A7A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75564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ACC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15568" y="1911096"/>
            <a:ext cx="10973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1755648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每次對話對 AI 來說都是全新的開始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523744"/>
            <a:ext cx="8046720" cy="62179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523744"/>
            <a:ext cx="36576" cy="621792"/>
          </a:xfrm>
          <a:prstGeom prst="rect">
            <a:avLst/>
          </a:prstGeom>
          <a:solidFill>
            <a:srgbClr val="4A7ACC"/>
          </a:solidFill>
          <a:ln w="12700">
            <a:solidFill>
              <a:srgbClr val="4A7A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523744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ACC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15568" y="2679192"/>
            <a:ext cx="10973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2523744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它不知道你的專案規則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8046720" cy="62179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91840"/>
            <a:ext cx="36576" cy="621792"/>
          </a:xfrm>
          <a:prstGeom prst="rect">
            <a:avLst/>
          </a:prstGeom>
          <a:solidFill>
            <a:srgbClr val="4A7ACC"/>
          </a:solidFill>
          <a:ln w="12700">
            <a:solidFill>
              <a:srgbClr val="4A7A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329184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ACC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15568" y="3447288"/>
            <a:ext cx="10973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3584" y="3291840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你說過的話，下次還要再說一次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0" y="48508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 — 17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0" y="2743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1E1E1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5555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的知識有截止日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200400" cy="16459"/>
          </a:xfrm>
          <a:prstGeom prst="rect">
            <a:avLst/>
          </a:prstGeom>
          <a:solidFill>
            <a:srgbClr val="3A5A9B"/>
          </a:solidFill>
          <a:ln w="12700">
            <a:solidFill>
              <a:srgbClr val="3A5A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09928"/>
            <a:ext cx="8046720" cy="62179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09928"/>
            <a:ext cx="36576" cy="621792"/>
          </a:xfrm>
          <a:prstGeom prst="rect">
            <a:avLst/>
          </a:prstGeom>
          <a:solidFill>
            <a:srgbClr val="4A7ACC"/>
          </a:solidFill>
          <a:ln w="12700">
            <a:solidFill>
              <a:srgbClr val="4A7A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70992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ACC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15568" y="1865376"/>
            <a:ext cx="10973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1709928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工具一直在更新，但模型訓練資料有截止日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478024"/>
            <a:ext cx="8046720" cy="62179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478024"/>
            <a:ext cx="36576" cy="621792"/>
          </a:xfrm>
          <a:prstGeom prst="rect">
            <a:avLst/>
          </a:prstGeom>
          <a:solidFill>
            <a:srgbClr val="4A7ACC"/>
          </a:solidFill>
          <a:ln w="12700">
            <a:solidFill>
              <a:srgbClr val="4A7A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478024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ACC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15568" y="2633472"/>
            <a:ext cx="10973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2478024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你叫它做一件事，它用的可能是六個月前的方式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8046720" cy="62179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46120"/>
            <a:ext cx="36576" cy="621792"/>
          </a:xfrm>
          <a:prstGeom prst="rect">
            <a:avLst/>
          </a:prstGeom>
          <a:solidFill>
            <a:srgbClr val="4A7ACC"/>
          </a:solidFill>
          <a:ln w="12700">
            <a:solidFill>
              <a:srgbClr val="4A7A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32461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ACC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15568" y="3401568"/>
            <a:ext cx="10973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3584" y="3246120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新功能、新 API、新最佳實踐，它不一定知道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0" y="48508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04 — 17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-18288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42D5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先查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BB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在叫 AI 做任何事之前，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先讓它上網查。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2743200" y="2944368"/>
            <a:ext cx="3657600" cy="16459"/>
          </a:xfrm>
          <a:prstGeom prst="rect">
            <a:avLst/>
          </a:prstGeom>
          <a:solidFill>
            <a:srgbClr val="4A6FA0"/>
          </a:solidFill>
          <a:ln w="12700">
            <a:solidFill>
              <a:srgbClr val="4A6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8508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05 — 17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SKILLS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Skills 是什麼？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80467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61872"/>
            <a:ext cx="2724912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61872"/>
            <a:ext cx="2724912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5A9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" y="20116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專案專屬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04088" y="2578608"/>
            <a:ext cx="21031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69748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不是通用模板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是為這個專案量身訂做的知識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1261872"/>
            <a:ext cx="2724912" cy="2670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261872"/>
            <a:ext cx="2724912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B4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84448" y="20116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活的文件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584448" y="2578608"/>
            <a:ext cx="2103120" cy="10973"/>
          </a:xfrm>
          <a:prstGeom prst="rect">
            <a:avLst/>
          </a:prstGeom>
          <a:solidFill>
            <a:srgbClr val="4A6FA0"/>
          </a:solidFill>
          <a:ln w="12700">
            <a:solidFill>
              <a:srgbClr val="4A6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269748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B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不是設定檔，不是 prompt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B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會隨專案演進持續更新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1261872"/>
            <a:ext cx="2724912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261872"/>
            <a:ext cx="2724912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5A9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64808" y="20116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的記憶體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64808" y="2578608"/>
            <a:ext cx="21031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269748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讓 AI 在執行任務前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知道「這個專案怎麼做事」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0" y="48508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06 — 17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CORE PRINCIPLE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核心工作方式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69848"/>
            <a:ext cx="80467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16152"/>
            <a:ext cx="3703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16152"/>
            <a:ext cx="3703320" cy="36576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你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1005840" y="2743200"/>
            <a:ext cx="269748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5292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負責決策和糾正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24528" y="2148840"/>
            <a:ext cx="694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⟵  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216152"/>
            <a:ext cx="3703320" cy="2743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216152"/>
            <a:ext cx="3703320" cy="36576"/>
          </a:xfrm>
          <a:prstGeom prst="rect">
            <a:avLst/>
          </a:prstGeom>
          <a:solidFill>
            <a:srgbClr val="3A5A9B"/>
          </a:solidFill>
          <a:ln w="12700">
            <a:solidFill>
              <a:srgbClr val="3A5A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7160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</a:t>
            </a:r>
            <a:endParaRPr lang="en-US" sz="7200" dirty="0"/>
          </a:p>
        </p:txBody>
      </p:sp>
      <p:sp>
        <p:nvSpPr>
          <p:cNvPr id="15" name="Shape 13"/>
          <p:cNvSpPr/>
          <p:nvPr/>
        </p:nvSpPr>
        <p:spPr>
          <a:xfrm>
            <a:off x="5440680" y="2743200"/>
            <a:ext cx="2697480" cy="10973"/>
          </a:xfrm>
          <a:prstGeom prst="rect">
            <a:avLst/>
          </a:prstGeom>
          <a:solidFill>
            <a:srgbClr val="2A4A7B"/>
          </a:solidFill>
          <a:ln w="12700">
            <a:solidFill>
              <a:srgbClr val="2A4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85292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B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負責學習、執行、維護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0" y="48508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07 — 17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三個階段的工作流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69848"/>
            <a:ext cx="80467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16152"/>
            <a:ext cx="2724912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16152"/>
            <a:ext cx="2724912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E8EDF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04088" y="135331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704088" y="2212848"/>
            <a:ext cx="21031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33172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建立 meta-skill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" y="294436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讓 AI 先學會怎麼寫 skill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1216152"/>
            <a:ext cx="2724912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216152"/>
            <a:ext cx="2724912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32588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E8EDF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3584448" y="135331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3800" dirty="0"/>
          </a:p>
        </p:txBody>
      </p:sp>
      <p:sp>
        <p:nvSpPr>
          <p:cNvPr id="17" name="Shape 15"/>
          <p:cNvSpPr/>
          <p:nvPr/>
        </p:nvSpPr>
        <p:spPr>
          <a:xfrm>
            <a:off x="3584448" y="2212848"/>
            <a:ext cx="21031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233172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專案初期建 skills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84448" y="294436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針對每個技術建立最佳實踐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1216152"/>
            <a:ext cx="2724912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1216152"/>
            <a:ext cx="2724912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32588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E8EDF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6464808" y="135331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3800" dirty="0"/>
          </a:p>
        </p:txBody>
      </p:sp>
      <p:sp>
        <p:nvSpPr>
          <p:cNvPr id="24" name="Shape 22"/>
          <p:cNvSpPr/>
          <p:nvPr/>
        </p:nvSpPr>
        <p:spPr>
          <a:xfrm>
            <a:off x="6464808" y="2212848"/>
            <a:ext cx="21031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233172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執行中迭代更新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64808" y="294436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發現錯誤，當下糾正並更新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48508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08 — 17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PHASE  01  ·  以前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官方還沒有 skill-creator 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69848"/>
            <a:ext cx="80467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8046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36576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23444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15568" y="1389888"/>
            <a:ext cx="10973" cy="32004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1234440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以 Claude Code 為例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002536"/>
            <a:ext cx="8046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002536"/>
            <a:ext cx="36576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002536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15568" y="2157984"/>
            <a:ext cx="10973" cy="32004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2002536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叫 Claude Code 上官網研究 skill 的最佳實踐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770632"/>
            <a:ext cx="8046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770632"/>
            <a:ext cx="36576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77063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15568" y="2926080"/>
            <a:ext cx="10973" cy="32004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3584" y="2770632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產出一份「如何寫 skill 的 skill」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538728"/>
            <a:ext cx="8046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538728"/>
            <a:ext cx="36576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353872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15568" y="3694176"/>
            <a:ext cx="10973" cy="32004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43584" y="3538728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之後所有 skill 都照這份來建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0" y="48508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09 — 17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PHASE  01  ·  現在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Anthropic 官方出了 skill-creator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69848"/>
            <a:ext cx="80467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16152"/>
            <a:ext cx="8046720" cy="548640"/>
          </a:xfrm>
          <a:prstGeom prst="rect">
            <a:avLst/>
          </a:prstGeom>
          <a:solidFill>
            <a:srgbClr val="E8EDF5"/>
          </a:solidFill>
          <a:ln w="12700">
            <a:solidFill>
              <a:srgbClr val="C0CC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16152"/>
            <a:ext cx="36576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16152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marketplace add anthropics/skills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3977640" cy="1965960"/>
          </a:xfrm>
          <a:prstGeom prst="rect">
            <a:avLst/>
          </a:prstGeom>
          <a:solidFill>
            <a:srgbClr val="E8EDF5"/>
          </a:solidFill>
          <a:ln w="12700">
            <a:solidFill>
              <a:srgbClr val="C0CC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11680"/>
            <a:ext cx="397764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6712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裝了之後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633472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Claude Code 在建 skill 時會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自動套用 skill-creator 的規範，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不需要你額外引導。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3977640" cy="1965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011680"/>
            <a:ext cx="3977640" cy="36576"/>
          </a:xfrm>
          <a:prstGeom prst="rect">
            <a:avLst/>
          </a:prstGeom>
          <a:solidFill>
            <a:srgbClr val="3A5A9B"/>
          </a:solidFill>
          <a:ln w="12700">
            <a:solidFill>
              <a:srgbClr val="3A5A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6712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B4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這代表什麼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633472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B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「先查再做」這個原則，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B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已經被 Anthropic 內建化了。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B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你不需要再手動叫它去查。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48508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10 — 17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-1828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A1A1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查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之前：你手動叫 AI 去查最佳實踐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7777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現在：Anthropic 把這件事做成 skill-creator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6858000" cy="16459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先查，再做。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6FA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這個原則永遠成立。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0" y="48508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11 — 17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PHASE 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技術棧：Hono + Drizzle + React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69848"/>
            <a:ext cx="80467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8046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36576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23444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15568" y="1389888"/>
            <a:ext cx="10973" cy="32004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1234440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讓 Claude Code 上網查各技術的最新最佳實踐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002536"/>
            <a:ext cx="8046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002536"/>
            <a:ext cx="36576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002536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15568" y="2157984"/>
            <a:ext cx="10973" cy="32004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2002536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用 skill-creator 為每個技術寫成獨立的 skill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770632"/>
            <a:ext cx="8046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770632"/>
            <a:ext cx="36576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77063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15568" y="2926080"/>
            <a:ext cx="10973" cy="32004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3584" y="2770632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每個技術一份，拆開管理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35240" y="4503420"/>
            <a:ext cx="1097280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45034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▶  DEMO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8508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12 — 17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PHASE 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做錯了，怎麼辦？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80467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61872"/>
            <a:ext cx="3858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61872"/>
            <a:ext cx="3858768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26464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  指出錯誤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「這樣不對，正確做法是 xxx」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07408" y="16916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029200" y="1261872"/>
            <a:ext cx="3703320" cy="1508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1261872"/>
            <a:ext cx="3703320" cy="36576"/>
          </a:xfrm>
          <a:prstGeom prst="rect">
            <a:avLst/>
          </a:prstGeom>
          <a:solidFill>
            <a:srgbClr val="3A5A9B"/>
          </a:solidFill>
          <a:ln w="12700">
            <a:solidFill>
              <a:srgbClr val="3A5A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42646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B4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  更新 skill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18745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B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叫 AI 把正確做法寫回 skill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944368"/>
            <a:ext cx="80467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Skills 是活的，糾正的當下就更新，不要累積。你不需要自己動手改，讓 AI 改。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35240" y="4503420"/>
            <a:ext cx="1097280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45034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▶  DEMO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8508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13 — 17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5555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團隊共享 Skills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200400" cy="16459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27632"/>
            <a:ext cx="8046720" cy="548640"/>
          </a:xfrm>
          <a:prstGeom prst="rect">
            <a:avLst/>
          </a:prstGeom>
          <a:solidFill>
            <a:srgbClr val="1A2035"/>
          </a:solidFill>
          <a:ln w="12700">
            <a:solidFill>
              <a:srgbClr val="25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27632"/>
            <a:ext cx="36576" cy="548640"/>
          </a:xfrm>
          <a:prstGeom prst="rect">
            <a:avLst/>
          </a:prstGeom>
          <a:solidFill>
            <a:srgbClr val="7AB4FF"/>
          </a:solidFill>
          <a:ln w="12700">
            <a:solidFill>
              <a:srgbClr val="7AB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27632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2331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33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↓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103120" y="2971800"/>
            <a:ext cx="493776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2971800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用 git 就解決了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772400" y="48508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14 — 17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Demo 時間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以 Claude Code 為例  ·  Hono + Drizzle + React  Todo App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8046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36576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55448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15568" y="1709928"/>
            <a:ext cx="10973" cy="32004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1554480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讓 Claude Code 建 starter project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8046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322576"/>
            <a:ext cx="36576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322576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15568" y="2478024"/>
            <a:ext cx="10973" cy="32004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2322576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建立各技術的 skills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090672"/>
            <a:ext cx="8046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090672"/>
            <a:ext cx="36576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309067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15568" y="3246120"/>
            <a:ext cx="10973" cy="32004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3584" y="3090672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執行功能、犯錯、糾正、更新 skill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858768"/>
            <a:ext cx="8046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858768"/>
            <a:ext cx="36576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85876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15568" y="4014216"/>
            <a:ext cx="10973" cy="32004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43584" y="3858768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開放聽眾出題，現場實作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0" y="48508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15 — 17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討論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804672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61872"/>
            <a:ext cx="81381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61872"/>
            <a:ext cx="813816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70432" y="1463040"/>
            <a:ext cx="10973" cy="36576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138988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你現在用 AI 寫程式，最常遇到什麼問題？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231136"/>
            <a:ext cx="8138160" cy="7680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31136"/>
            <a:ext cx="813816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B4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70432" y="2432304"/>
            <a:ext cx="10973" cy="365760"/>
          </a:xfrm>
          <a:prstGeom prst="rect">
            <a:avLst/>
          </a:prstGeom>
          <a:solidFill>
            <a:srgbClr val="2A4A7B"/>
          </a:solidFill>
          <a:ln w="12700">
            <a:solidFill>
              <a:srgbClr val="2A4A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235915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團隊開發，skills 要怎麼共享？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200400"/>
            <a:ext cx="81381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00400"/>
            <a:ext cx="813816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70432" y="3401568"/>
            <a:ext cx="10973" cy="36576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8448" y="332841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什麼情況下 skill 該拆？什麼情況下該合？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0" y="48508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16 — 17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64108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工具會一直變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但「先查再做」這個習慣不會過時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86400" cy="10973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1111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謝謝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548640" y="47594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8888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SKILLS  ·  AI WORKFLOW  ·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讓 AI 自己學會你的專案</dc:title>
  <dc:subject>PptxGenJS Presentation</dc:subject>
  <dc:creator>PptxGenJS</dc:creator>
  <cp:lastModifiedBy>PptxGenJS</cp:lastModifiedBy>
  <cp:revision>1</cp:revision>
  <dcterms:created xsi:type="dcterms:W3CDTF">2026-03-13T06:30:49Z</dcterms:created>
  <dcterms:modified xsi:type="dcterms:W3CDTF">2026-03-13T06:30:49Z</dcterms:modified>
</cp:coreProperties>
</file>